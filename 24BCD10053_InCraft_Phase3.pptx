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756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8229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14173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20116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2A93B">
              <a:alpha val="22000"/>
            </a:srgbClr>
          </a:solidFill>
          <a:ln w="12700">
            <a:solidFill>
              <a:srgbClr val="F2A93B">
                <a:alpha val="7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PROGRESS PRESENTATION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Craft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Art of Intelligent Inventory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inventory &amp; sales management  ·  Flask, MySQL, Pandas, Matplotlib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566954"/>
            <a:ext cx="1940923" cy="567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By :- Ayush Anand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UID :- 24BCD10053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09DCD5-9846-B133-260A-3C74ABDA9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586" y="2649583"/>
            <a:ext cx="827314" cy="8273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F2A93B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CHECK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Relative to the Initial Plan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942832" y="420624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 w="12700">
            <a:solidFill>
              <a:srgbClr val="F2A93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InCraft — The Art of Intelligent Inventory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2194560"/>
            <a:ext cx="9692640" cy="0"/>
          </a:xfrm>
          <a:prstGeom prst="line">
            <a:avLst/>
          </a:prstGeom>
          <a:noFill/>
          <a:ln w="38100">
            <a:solidFill>
              <a:srgbClr val="D8D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058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4330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5433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4038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965960"/>
            <a:ext cx="457200" cy="457200"/>
          </a:xfrm>
          <a:prstGeom prst="ellipse">
            <a:avLst/>
          </a:prstGeom>
          <a:solidFill>
            <a:srgbClr val="F2A93B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080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1618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618220" y="1965960"/>
            <a:ext cx="457200" cy="457200"/>
          </a:xfrm>
          <a:prstGeom prst="ellipse">
            <a:avLst/>
          </a:prstGeom>
          <a:solidFill>
            <a:srgbClr val="E3E8F5"/>
          </a:solidFill>
          <a:ln w="19050">
            <a:solidFill>
              <a:srgbClr val="C7CE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182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11530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155680" y="1965960"/>
            <a:ext cx="457200" cy="457200"/>
          </a:xfrm>
          <a:prstGeom prst="ellipse">
            <a:avLst/>
          </a:prstGeom>
          <a:solidFill>
            <a:srgbClr val="E3E8F5"/>
          </a:solidFill>
          <a:ln w="19050">
            <a:solidFill>
              <a:srgbClr val="C7CE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155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65276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Demo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5212080" cy="269748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3611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35935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 So Far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41148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displaying live counts from MySQL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module: add, edit, delete, search &amp; filter products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module: transactions with automatic stock deduction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schema: products, categories, sales, sale items, stock movements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89320" y="3337560"/>
            <a:ext cx="5212080" cy="269748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361188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63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35935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Progress / On Track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41148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 / export (Pandas validation pipeline)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 — Pandas metrics + Matplotlib charts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history &amp; stock-movement logging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 and responsive layout pass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shown is a typical example — mark each item against your team's real progress.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F2A93B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SNAPSHOT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 &amp; Prototype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942832" y="420624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 w="12700">
            <a:solidFill>
              <a:srgbClr val="F2A93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InCraft — The Art of Intelligent Inventory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62356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35661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452360" y="1600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Working End-to-End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452360" y="2148840"/>
            <a:ext cx="292608" cy="292608"/>
          </a:xfrm>
          <a:prstGeom prst="ellipse">
            <a:avLst/>
          </a:prstGeom>
          <a:solidFill>
            <a:srgbClr val="E3E8F5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45236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891272" y="21031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flow: select product → check stock → deduct → log stock movement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452360" y="2926080"/>
            <a:ext cx="292608" cy="292608"/>
          </a:xfrm>
          <a:prstGeom prst="ellipse">
            <a:avLst/>
          </a:prstGeom>
          <a:solidFill>
            <a:srgbClr val="E3E8F5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45236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891272" y="2880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reads live counts and totals from MySQL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7452360" y="3703320"/>
            <a:ext cx="292608" cy="292608"/>
          </a:xfrm>
          <a:prstGeom prst="ellipse">
            <a:avLst/>
          </a:prstGeom>
          <a:solidFill>
            <a:srgbClr val="E3E8F5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45236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7891272" y="36576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 prototype: upload → Pandas validation → preview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7452360" y="4480560"/>
            <a:ext cx="292608" cy="292608"/>
          </a:xfrm>
          <a:prstGeom prst="ellipse">
            <a:avLst/>
          </a:prstGeom>
          <a:solidFill>
            <a:srgbClr val="E3E8F5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45236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7891272" y="44348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Matplotlib charts generated from real query results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7452360" y="5623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numbers, chart data &amp; "what's working" list for your actual build.</a:t>
            </a:r>
            <a:endParaRPr lang="en-US" sz="10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3B71AF7-B73C-8157-6175-641747F31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23644"/>
            <a:ext cx="6470160" cy="330555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2C2F888-10DD-43A8-EF1F-AAD961FB8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64" y="1755865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F2A93B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EVOLUTION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Refinement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942832" y="420624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 w="12700">
            <a:solidFill>
              <a:srgbClr val="F2A93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InCraft — The Art of Intelligent Inventory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2F3F7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6002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8892A6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56232"/>
            <a:ext cx="5074920" cy="246888"/>
          </a:xfrm>
          <a:prstGeom prst="rect">
            <a:avLst/>
          </a:prstGeom>
          <a:solidFill>
            <a:srgbClr val="8892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16002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Approach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377440"/>
            <a:ext cx="4434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Flask app with logic written directly inside route handlers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per-field validation repeated in each form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updates handled inline within the sale route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values computed fresh on every page request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06440" y="3406140"/>
            <a:ext cx="594360" cy="548640"/>
          </a:xfrm>
          <a:prstGeom prst="chevron">
            <a:avLst/>
          </a:prstGeom>
          <a:solidFill>
            <a:srgbClr val="F2A93B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160020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16002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1856232"/>
            <a:ext cx="507492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16002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Refined Approach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377440"/>
            <a:ext cx="4434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Flask blueprints per module: inventory, sales, reports, analytics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Pandas validation layer, reused by forms and file import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stock-movement service logging type, quantity &amp; timestamp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Pre-aggregated analytics queries, cached before Matplotlib renders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70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before/after — replace with your team's own methodology shift.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F2A93B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Encountered &amp; Solutions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942832" y="420624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 w="12700">
            <a:solidFill>
              <a:srgbClr val="F2A93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InCraft — The Art of Intelligent Inventory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186537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0116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stock accurate when one sale covers several products at once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06440" y="1929384"/>
            <a:ext cx="457200" cy="411480"/>
          </a:xfrm>
          <a:prstGeom prst="chevron">
            <a:avLst/>
          </a:prstGeom>
          <a:solidFill>
            <a:srgbClr val="C7CEE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1865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0116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 dedicated Sale Items structure so each line item deducts stock independently and atomically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072384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33101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345643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CSV/Excel files often had missing columns, blanks, or duplicate SKUs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06440" y="3374136"/>
            <a:ext cx="457200" cy="411480"/>
          </a:xfrm>
          <a:prstGeom prst="chevron">
            <a:avLst/>
          </a:prstGeom>
          <a:solidFill>
            <a:srgbClr val="C7CEE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46520" y="3310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65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345643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Pandas validation pipeline with a preview step before anything is committed to MySQL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51713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blurRad="88900" dist="25400" dir="5400000" algn="bl" rotWithShape="0">
              <a:srgbClr val="9AA3C2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8680" y="47548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86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508760" y="490118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needed to reflect real activity, not stale or hardcoded numbers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806440" y="4818888"/>
            <a:ext cx="457200" cy="411480"/>
          </a:xfrm>
          <a:prstGeom prst="chevron">
            <a:avLst/>
          </a:prstGeom>
          <a:solidFill>
            <a:srgbClr val="C7CEE6"/>
          </a:solidFill>
          <a:ln/>
        </p:spPr>
      </p:sp>
      <p:sp>
        <p:nvSpPr>
          <p:cNvPr id="36" name="Shape 34"/>
          <p:cNvSpPr/>
          <p:nvPr/>
        </p:nvSpPr>
        <p:spPr>
          <a:xfrm>
            <a:off x="6446520" y="4754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465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086600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490118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now pull directly from MySQL at request time, with Pandas aggregating before Matplotlib renders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035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challenges based on the project plan — swap in what your team actually hit.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D3380BC-B1AF-8179-9221-ECA470642F6B}"/>
              </a:ext>
            </a:extLst>
          </p:cNvPr>
          <p:cNvSpPr txBox="1"/>
          <p:nvPr/>
        </p:nvSpPr>
        <p:spPr>
          <a:xfrm>
            <a:off x="3763735" y="2445369"/>
            <a:ext cx="466452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</a:t>
            </a:r>
            <a:endParaRPr lang="en-IN" sz="8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484</Words>
  <Application>Microsoft Office PowerPoint</Application>
  <PresentationFormat>Widescreen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Anand</cp:lastModifiedBy>
  <cp:revision>4</cp:revision>
  <dcterms:created xsi:type="dcterms:W3CDTF">2026-09-22T08:51:00Z</dcterms:created>
  <dcterms:modified xsi:type="dcterms:W3CDTF">2026-09-22T17:21:54Z</dcterms:modified>
</cp:coreProperties>
</file>